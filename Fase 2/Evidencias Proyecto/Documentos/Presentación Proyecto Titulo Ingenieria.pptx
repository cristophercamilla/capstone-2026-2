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CQSSLzwzuxNe46MBomNpWODwz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bfaba1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8bbfaba1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b42e7b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2eb42e7ba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356b57be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27356b57bef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18.png"/><Relationship Id="rId6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://komo2.c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jpg"/><Relationship Id="rId10" Type="http://schemas.openxmlformats.org/officeDocument/2006/relationships/image" Target="../media/image16.png"/><Relationship Id="rId13" Type="http://schemas.openxmlformats.org/officeDocument/2006/relationships/image" Target="../media/image14.png"/><Relationship Id="rId1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9.jp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410742"/>
            <a:ext cx="12192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45451" y="1936694"/>
            <a:ext cx="7633500" cy="4350553"/>
            <a:chOff x="0" y="0"/>
            <a:chExt cx="7633500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Daniel Frias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Cristobal Guzman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</a:t>
              </a: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topher Camilla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647" y="2102525"/>
            <a:ext cx="1422826" cy="100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217" y="5120149"/>
            <a:ext cx="1422825" cy="97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IMG_3584.jpeg"/>
          <p:cNvPicPr preferRelativeResize="0"/>
          <p:nvPr/>
        </p:nvPicPr>
        <p:blipFill rotWithShape="1">
          <a:blip r:embed="rId6">
            <a:alphaModFix/>
          </a:blip>
          <a:srcRect b="22833" l="-3377" r="1947" t="22827"/>
          <a:stretch/>
        </p:blipFill>
        <p:spPr>
          <a:xfrm>
            <a:off x="4314675" y="3592400"/>
            <a:ext cx="1439424" cy="102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 DE LA 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EMPRESA IMPORTADORA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14875" y="1915300"/>
            <a:ext cx="10554600" cy="43470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INTERCO: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 de 20 años en el mercado, holding de 3 empresas,  negocio de importadora de zapatos, distribuidora y …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cargos y gerentes, organigrama, cantidad de trabajadoes y areas aprox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del negocio: Como son importadoras se encargan zapatos de la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próxima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temporada, por ejemplo, en este periodo se esta planificando las compras para la temporada verano 2026. 12 meses de anticipacion.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vendido por canales de pagos presencial y online, venta directa a publico. </a:t>
            </a:r>
            <a:r>
              <a:rPr lang="es-MX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komo2.cl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clientes ya realizaron sus pedidos para la siguiente temporada por tanto hay un % de venta “asegurado”, aunque estos clientes pueden bajar sus pedidos.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Analisis de tendencias basados en experiencia de lideres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Causa: Zapatos que no venden la cantidad esperada y genera sobre stock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Calzado que es tendencia y muy solicitado no se logra cubrir la cuota de stock y se pierden ventas por no tenerlos, se puede preveer la cantidad esperada de ventas.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Optimizacion de recursos y fondos de compra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empresa dedicada a la importación y comercialización de calzado en el mercado nacional realiza la planificación de compras basada en la experiencia y el juicio de sus gerentes.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selección de pares a importar depende de estimaciones empíricas, se decide comprar mayor cantidad de los modelos más vendidos en el invierno anterior, asumiendo que se repetirán en la siguiente temporada.</a:t>
            </a:r>
            <a:b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estrategia responde más bien a la intuición de la gerencia que a un proceso analítico formal.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g38bbfaba18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8bbfaba18c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8bbfaba18c_0_0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8bbfaba18c_0_0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g38bbfaba18c_0_0"/>
          <p:cNvSpPr/>
          <p:nvPr/>
        </p:nvSpPr>
        <p:spPr>
          <a:xfrm>
            <a:off x="753744" y="2177325"/>
            <a:ext cx="105072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consiste en un sistema predictivo que estime el comportamiento de las ventas de calzado con un horizonte de 12 meses. Para ello, integra registros históricos de ventas y datos actuales del negocio de ARISTO, complementados con el monitoreo de tendencias en internet y del mercado.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esta información el sistema genera proyecciones automáticas que estarán disponibles en una interfaz de consulta, permitiendo obtener informes de demanda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8bbfaba18c_0_0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g2eb42e7ba9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eb42e7ba96_0_0"/>
          <p:cNvSpPr txBox="1"/>
          <p:nvPr/>
        </p:nvSpPr>
        <p:spPr>
          <a:xfrm>
            <a:off x="1" y="10780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solicitados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eb42e7ba96_0_0"/>
          <p:cNvSpPr txBox="1"/>
          <p:nvPr/>
        </p:nvSpPr>
        <p:spPr>
          <a:xfrm>
            <a:off x="657450" y="2089975"/>
            <a:ext cx="11149500" cy="4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tecnológica debe ser desarrollada en un entorno web accesible desde diferentes dispositivos, con un sistema de almacenamiento de datos gestionado a través de procesos ETL en SQL Server y con integración de bases de datos heterogéneas (SQL Server y MySQL).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unificar la información proveniente del ERP y de la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Web, procesarla mediante un Data Warehouse y modelos de Machine Learning en un entorno Apache Spark con Jupyter, para posteriormente disponibilizar los resultados en un servidor web con dashboards interactivos.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busca generar un sistema de apoyo a la toma de decisiones que permita optimizar procesos de compra, identificar patrones de consumo y predecir la demanda.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se considera la creación de reportes automáticos sobre ventas, compras, proyecciones de demanda y riesgos de stock, asegurando siempre la integridad y confidencialidad de los datos.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eb42e7ba96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2eb42e7ba96_0_0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0" y="9271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330375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1" y="31680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14515" y="15833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señar y construir un sistema de apoyo a la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compras que, mediante modelos de ML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entregue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una propuesta de compra ajustada.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14525" y="3984024"/>
            <a:ext cx="10962900" cy="23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Depurar y consolidar datos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históricos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ventas, preventas, anulaciones y reposiciones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-Diseñar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claves relacionadas con clientes,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estacionalidad y zonas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Entrenar y validar modelos de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probabilidad de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anulación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probabilidad de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atendidos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compras sugeridas combinando probabilidades y cantidades esperadas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Desarrollar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para mostrar propuestas y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compararlas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la regla actual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resultados con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negocio y error (P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recisión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MAPE, sobrestock, substock)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0" y="7778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6"/>
          <p:cNvSpPr txBox="1"/>
          <p:nvPr/>
        </p:nvSpPr>
        <p:spPr>
          <a:xfrm>
            <a:off x="7229938" y="6105700"/>
            <a:ext cx="44001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</a:t>
            </a: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Codificación</a:t>
            </a: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CRISP DM para modelos de Machine Learning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0550" y="2078975"/>
            <a:ext cx="3765601" cy="376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675" y="1591950"/>
            <a:ext cx="5838825" cy="39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409" y="2098525"/>
            <a:ext cx="4953514" cy="41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559675" y="5021175"/>
            <a:ext cx="4400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6 meses.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0809" y="2250925"/>
            <a:ext cx="4953514" cy="41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g27356b57bef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7356b57bef_0_4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27356b57bef_0_45"/>
          <p:cNvSpPr txBox="1"/>
          <p:nvPr/>
        </p:nvSpPr>
        <p:spPr>
          <a:xfrm>
            <a:off x="0" y="5944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g27356b57bef_0_4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g27356b57bef_0_45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27356b57bef_0_45" title="Diagrama sin títul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300" y="1336925"/>
            <a:ext cx="11675901" cy="4957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56050" y="12472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421" y="1905120"/>
            <a:ext cx="2044233" cy="1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 rotWithShape="1">
          <a:blip r:embed="rId5">
            <a:alphaModFix/>
          </a:blip>
          <a:srcRect b="0" l="55336" r="10662" t="0"/>
          <a:stretch/>
        </p:blipFill>
        <p:spPr>
          <a:xfrm>
            <a:off x="3426250" y="3330700"/>
            <a:ext cx="1276525" cy="149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44800" y="2381850"/>
            <a:ext cx="2068762" cy="137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title="descarga.jpeg"/>
          <p:cNvPicPr preferRelativeResize="0"/>
          <p:nvPr/>
        </p:nvPicPr>
        <p:blipFill rotWithShape="1">
          <a:blip r:embed="rId7">
            <a:alphaModFix/>
          </a:blip>
          <a:srcRect b="7018" l="22511" r="22461" t="5691"/>
          <a:stretch/>
        </p:blipFill>
        <p:spPr>
          <a:xfrm>
            <a:off x="7617825" y="2381838"/>
            <a:ext cx="1335375" cy="13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 title="mysql-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3350" y="3493998"/>
            <a:ext cx="2262300" cy="16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 title="v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3875" y="4366101"/>
            <a:ext cx="1460275" cy="14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 title="Apache_Spark_logo.svg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38150" y="4121000"/>
            <a:ext cx="2044224" cy="106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 title="python.jpe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90850" y="2148171"/>
            <a:ext cx="1335375" cy="146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 title="VS.jpe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75950" y="4948147"/>
            <a:ext cx="1610250" cy="1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 title="Jupyter_logo.sv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69338" y="4309645"/>
            <a:ext cx="1460274" cy="16934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1" y="10780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627400" y="2248425"/>
            <a:ext cx="11149500" cy="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resultante es una plataforma web responsiva que puede ser utilizada en distintos dispositivos, entregando acceso ágil y claro a información procesada y consolidada.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experiencia de los gerentes y analistas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contar con reportes y dashboards interactivos que muestran la demanda proyectada, el estado de las compras y el nivel de stock en tiempo real.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en la gestión de recursos financieros y logísticos,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reducir la sobrecompra y la falta de stock mediante modelos predictivos basados en Machine Learning.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Captura y unificación de información crítica del ERP y la </a:t>
            </a: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un Data Warehouse, permitiendo análisis más precisos y decisiones estratégicas fundamentadas.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competitividad de la empresa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contar con herramientas modernas, seguras y eficientes que reducen costos y aumentan la eficiencia en la cadena de abastecimiento.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/>
          <p:nvPr/>
        </p:nvSpPr>
        <p:spPr>
          <a:xfrm>
            <a:off x="0" y="3044269"/>
            <a:ext cx="1219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s-MX" sz="5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2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de apoyo de compras con ML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